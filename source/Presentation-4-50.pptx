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71" r:id="rId3"/>
    <p:sldId id="280" r:id="rId4"/>
    <p:sldId id="272" r:id="rId5"/>
  </p:sldIdLst>
  <p:sldSz cx="13004800" cy="9753600"/>
  <p:notesSz cx="13004800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1" d="100"/>
          <a:sy n="81" d="100"/>
        </p:scale>
        <p:origin x="1512" y="90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75360" y="3023616"/>
            <a:ext cx="11054080" cy="204825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950720" y="5462016"/>
            <a:ext cx="9103360" cy="24384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50240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697472" y="2243328"/>
            <a:ext cx="5657088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10261727" y="8026729"/>
            <a:ext cx="2743200" cy="1727200"/>
          </a:xfrm>
          <a:custGeom>
            <a:avLst/>
            <a:gdLst/>
            <a:ahLst/>
            <a:cxnLst/>
            <a:rect l="l" t="t" r="r" b="b"/>
            <a:pathLst>
              <a:path w="2743200" h="1727200">
                <a:moveTo>
                  <a:pt x="71578" y="0"/>
                </a:moveTo>
                <a:lnTo>
                  <a:pt x="59649" y="48694"/>
                </a:lnTo>
                <a:lnTo>
                  <a:pt x="48802" y="97592"/>
                </a:lnTo>
                <a:lnTo>
                  <a:pt x="39038" y="146674"/>
                </a:lnTo>
                <a:lnTo>
                  <a:pt x="30357" y="195922"/>
                </a:lnTo>
                <a:lnTo>
                  <a:pt x="22761" y="245318"/>
                </a:lnTo>
                <a:lnTo>
                  <a:pt x="16250" y="294844"/>
                </a:lnTo>
                <a:lnTo>
                  <a:pt x="10825" y="344481"/>
                </a:lnTo>
                <a:lnTo>
                  <a:pt x="6486" y="394212"/>
                </a:lnTo>
                <a:lnTo>
                  <a:pt x="3226" y="444231"/>
                </a:lnTo>
                <a:lnTo>
                  <a:pt x="1073" y="493881"/>
                </a:lnTo>
                <a:lnTo>
                  <a:pt x="0" y="543783"/>
                </a:lnTo>
                <a:lnTo>
                  <a:pt x="16" y="593706"/>
                </a:lnTo>
                <a:lnTo>
                  <a:pt x="1123" y="643631"/>
                </a:lnTo>
                <a:lnTo>
                  <a:pt x="3321" y="693540"/>
                </a:lnTo>
                <a:lnTo>
                  <a:pt x="6612" y="743415"/>
                </a:lnTo>
                <a:lnTo>
                  <a:pt x="10996" y="793238"/>
                </a:lnTo>
                <a:lnTo>
                  <a:pt x="16473" y="842991"/>
                </a:lnTo>
                <a:lnTo>
                  <a:pt x="23046" y="892655"/>
                </a:lnTo>
                <a:lnTo>
                  <a:pt x="30713" y="942213"/>
                </a:lnTo>
                <a:lnTo>
                  <a:pt x="39466" y="991589"/>
                </a:lnTo>
                <a:lnTo>
                  <a:pt x="49289" y="1040708"/>
                </a:lnTo>
                <a:lnTo>
                  <a:pt x="60176" y="1089551"/>
                </a:lnTo>
                <a:lnTo>
                  <a:pt x="72120" y="1138103"/>
                </a:lnTo>
                <a:lnTo>
                  <a:pt x="85115" y="1186346"/>
                </a:lnTo>
                <a:lnTo>
                  <a:pt x="99153" y="1234264"/>
                </a:lnTo>
                <a:lnTo>
                  <a:pt x="114228" y="1281839"/>
                </a:lnTo>
                <a:lnTo>
                  <a:pt x="130334" y="1329054"/>
                </a:lnTo>
                <a:lnTo>
                  <a:pt x="147464" y="1375893"/>
                </a:lnTo>
                <a:lnTo>
                  <a:pt x="165612" y="1422339"/>
                </a:lnTo>
                <a:lnTo>
                  <a:pt x="184770" y="1468374"/>
                </a:lnTo>
                <a:lnTo>
                  <a:pt x="204932" y="1513982"/>
                </a:lnTo>
                <a:lnTo>
                  <a:pt x="226092" y="1559146"/>
                </a:lnTo>
                <a:lnTo>
                  <a:pt x="248243" y="1603849"/>
                </a:lnTo>
                <a:lnTo>
                  <a:pt x="271378" y="1648074"/>
                </a:lnTo>
                <a:lnTo>
                  <a:pt x="295491" y="1691804"/>
                </a:lnTo>
                <a:lnTo>
                  <a:pt x="315843" y="1726871"/>
                </a:lnTo>
                <a:lnTo>
                  <a:pt x="2743071" y="1726871"/>
                </a:lnTo>
                <a:lnTo>
                  <a:pt x="2743071" y="1725146"/>
                </a:lnTo>
                <a:lnTo>
                  <a:pt x="2390166" y="1610356"/>
                </a:lnTo>
                <a:lnTo>
                  <a:pt x="2105820" y="1512934"/>
                </a:lnTo>
                <a:lnTo>
                  <a:pt x="1944430" y="1454837"/>
                </a:lnTo>
                <a:lnTo>
                  <a:pt x="1789869" y="1396711"/>
                </a:lnTo>
                <a:lnTo>
                  <a:pt x="1690588" y="1357825"/>
                </a:lnTo>
                <a:lnTo>
                  <a:pt x="1594292" y="1318747"/>
                </a:lnTo>
                <a:lnTo>
                  <a:pt x="1500960" y="1279404"/>
                </a:lnTo>
                <a:lnTo>
                  <a:pt x="1410571" y="1239726"/>
                </a:lnTo>
                <a:lnTo>
                  <a:pt x="1366475" y="1219738"/>
                </a:lnTo>
                <a:lnTo>
                  <a:pt x="1323107" y="1199640"/>
                </a:lnTo>
                <a:lnTo>
                  <a:pt x="1280464" y="1179422"/>
                </a:lnTo>
                <a:lnTo>
                  <a:pt x="1238545" y="1159075"/>
                </a:lnTo>
                <a:lnTo>
                  <a:pt x="1197347" y="1138590"/>
                </a:lnTo>
                <a:lnTo>
                  <a:pt x="1156866" y="1117958"/>
                </a:lnTo>
                <a:lnTo>
                  <a:pt x="1117102" y="1097170"/>
                </a:lnTo>
                <a:lnTo>
                  <a:pt x="1078050" y="1076218"/>
                </a:lnTo>
                <a:lnTo>
                  <a:pt x="1039709" y="1055092"/>
                </a:lnTo>
                <a:lnTo>
                  <a:pt x="1002076" y="1033784"/>
                </a:lnTo>
                <a:lnTo>
                  <a:pt x="965148" y="1012283"/>
                </a:lnTo>
                <a:lnTo>
                  <a:pt x="928924" y="990582"/>
                </a:lnTo>
                <a:lnTo>
                  <a:pt x="893400" y="968672"/>
                </a:lnTo>
                <a:lnTo>
                  <a:pt x="858573" y="946542"/>
                </a:lnTo>
                <a:lnTo>
                  <a:pt x="824442" y="924186"/>
                </a:lnTo>
                <a:lnTo>
                  <a:pt x="791004" y="901592"/>
                </a:lnTo>
                <a:lnTo>
                  <a:pt x="758256" y="878754"/>
                </a:lnTo>
                <a:lnTo>
                  <a:pt x="726196" y="855660"/>
                </a:lnTo>
                <a:lnTo>
                  <a:pt x="694821" y="832303"/>
                </a:lnTo>
                <a:lnTo>
                  <a:pt x="664128" y="808674"/>
                </a:lnTo>
                <a:lnTo>
                  <a:pt x="634116" y="784763"/>
                </a:lnTo>
                <a:lnTo>
                  <a:pt x="576121" y="736062"/>
                </a:lnTo>
                <a:lnTo>
                  <a:pt x="520817" y="686127"/>
                </a:lnTo>
                <a:lnTo>
                  <a:pt x="468182" y="634887"/>
                </a:lnTo>
                <a:lnTo>
                  <a:pt x="418196" y="582269"/>
                </a:lnTo>
                <a:lnTo>
                  <a:pt x="370839" y="528203"/>
                </a:lnTo>
                <a:lnTo>
                  <a:pt x="326090" y="472617"/>
                </a:lnTo>
                <a:lnTo>
                  <a:pt x="283930" y="415438"/>
                </a:lnTo>
                <a:lnTo>
                  <a:pt x="244338" y="356594"/>
                </a:lnTo>
                <a:lnTo>
                  <a:pt x="207294" y="296015"/>
                </a:lnTo>
                <a:lnTo>
                  <a:pt x="172777" y="233628"/>
                </a:lnTo>
                <a:lnTo>
                  <a:pt x="140767" y="169361"/>
                </a:lnTo>
                <a:lnTo>
                  <a:pt x="111244" y="103143"/>
                </a:lnTo>
                <a:lnTo>
                  <a:pt x="84187" y="34901"/>
                </a:lnTo>
                <a:lnTo>
                  <a:pt x="71578" y="0"/>
                </a:lnTo>
                <a:close/>
              </a:path>
            </a:pathLst>
          </a:custGeom>
          <a:solidFill>
            <a:srgbClr val="D1D5D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17" name="bg object 17"/>
          <p:cNvSpPr/>
          <p:nvPr/>
        </p:nvSpPr>
        <p:spPr>
          <a:xfrm>
            <a:off x="10564380" y="7226437"/>
            <a:ext cx="1828800" cy="1983739"/>
          </a:xfrm>
          <a:custGeom>
            <a:avLst/>
            <a:gdLst/>
            <a:ahLst/>
            <a:cxnLst/>
            <a:rect l="l" t="t" r="r" b="b"/>
            <a:pathLst>
              <a:path w="1828800" h="1983740">
                <a:moveTo>
                  <a:pt x="713506" y="45"/>
                </a:moveTo>
                <a:lnTo>
                  <a:pt x="672208" y="0"/>
                </a:lnTo>
                <a:lnTo>
                  <a:pt x="631869" y="1223"/>
                </a:lnTo>
                <a:lnTo>
                  <a:pt x="592516" y="3694"/>
                </a:lnTo>
                <a:lnTo>
                  <a:pt x="554175" y="7391"/>
                </a:lnTo>
                <a:lnTo>
                  <a:pt x="480637" y="18379"/>
                </a:lnTo>
                <a:lnTo>
                  <a:pt x="411473" y="34016"/>
                </a:lnTo>
                <a:lnTo>
                  <a:pt x="346896" y="54133"/>
                </a:lnTo>
                <a:lnTo>
                  <a:pt x="287123" y="78560"/>
                </a:lnTo>
                <a:lnTo>
                  <a:pt x="232368" y="107127"/>
                </a:lnTo>
                <a:lnTo>
                  <a:pt x="182848" y="139663"/>
                </a:lnTo>
                <a:lnTo>
                  <a:pt x="138776" y="176000"/>
                </a:lnTo>
                <a:lnTo>
                  <a:pt x="100369" y="215966"/>
                </a:lnTo>
                <a:lnTo>
                  <a:pt x="67841" y="259391"/>
                </a:lnTo>
                <a:lnTo>
                  <a:pt x="41408" y="306107"/>
                </a:lnTo>
                <a:lnTo>
                  <a:pt x="21286" y="355942"/>
                </a:lnTo>
                <a:lnTo>
                  <a:pt x="7689" y="408728"/>
                </a:lnTo>
                <a:lnTo>
                  <a:pt x="833" y="464293"/>
                </a:lnTo>
                <a:lnTo>
                  <a:pt x="0" y="493064"/>
                </a:lnTo>
                <a:lnTo>
                  <a:pt x="932" y="522467"/>
                </a:lnTo>
                <a:lnTo>
                  <a:pt x="8203" y="583082"/>
                </a:lnTo>
                <a:lnTo>
                  <a:pt x="22861" y="645966"/>
                </a:lnTo>
                <a:lnTo>
                  <a:pt x="45121" y="710951"/>
                </a:lnTo>
                <a:lnTo>
                  <a:pt x="75197" y="777865"/>
                </a:lnTo>
                <a:lnTo>
                  <a:pt x="93234" y="811992"/>
                </a:lnTo>
                <a:lnTo>
                  <a:pt x="113307" y="846538"/>
                </a:lnTo>
                <a:lnTo>
                  <a:pt x="135441" y="881482"/>
                </a:lnTo>
                <a:lnTo>
                  <a:pt x="159663" y="916802"/>
                </a:lnTo>
                <a:lnTo>
                  <a:pt x="186002" y="952477"/>
                </a:lnTo>
                <a:lnTo>
                  <a:pt x="214483" y="988486"/>
                </a:lnTo>
                <a:lnTo>
                  <a:pt x="243086" y="1023251"/>
                </a:lnTo>
                <a:lnTo>
                  <a:pt x="272165" y="1057489"/>
                </a:lnTo>
                <a:lnTo>
                  <a:pt x="301736" y="1091204"/>
                </a:lnTo>
                <a:lnTo>
                  <a:pt x="331817" y="1124398"/>
                </a:lnTo>
                <a:lnTo>
                  <a:pt x="362421" y="1157074"/>
                </a:lnTo>
                <a:lnTo>
                  <a:pt x="393566" y="1189236"/>
                </a:lnTo>
                <a:lnTo>
                  <a:pt x="425266" y="1220888"/>
                </a:lnTo>
                <a:lnTo>
                  <a:pt x="457539" y="1252031"/>
                </a:lnTo>
                <a:lnTo>
                  <a:pt x="490399" y="1282671"/>
                </a:lnTo>
                <a:lnTo>
                  <a:pt x="523863" y="1312808"/>
                </a:lnTo>
                <a:lnTo>
                  <a:pt x="557946" y="1342448"/>
                </a:lnTo>
                <a:lnTo>
                  <a:pt x="592665" y="1371593"/>
                </a:lnTo>
                <a:lnTo>
                  <a:pt x="628034" y="1400247"/>
                </a:lnTo>
                <a:lnTo>
                  <a:pt x="664071" y="1428412"/>
                </a:lnTo>
                <a:lnTo>
                  <a:pt x="700791" y="1456092"/>
                </a:lnTo>
                <a:lnTo>
                  <a:pt x="738210" y="1483291"/>
                </a:lnTo>
                <a:lnTo>
                  <a:pt x="776343" y="1510010"/>
                </a:lnTo>
                <a:lnTo>
                  <a:pt x="815207" y="1536254"/>
                </a:lnTo>
                <a:lnTo>
                  <a:pt x="854817" y="1562026"/>
                </a:lnTo>
                <a:lnTo>
                  <a:pt x="895190" y="1587329"/>
                </a:lnTo>
                <a:lnTo>
                  <a:pt x="936340" y="1612167"/>
                </a:lnTo>
                <a:lnTo>
                  <a:pt x="978285" y="1636542"/>
                </a:lnTo>
                <a:lnTo>
                  <a:pt x="1021040" y="1660457"/>
                </a:lnTo>
                <a:lnTo>
                  <a:pt x="1064620" y="1683917"/>
                </a:lnTo>
                <a:lnTo>
                  <a:pt x="1109042" y="1706923"/>
                </a:lnTo>
                <a:lnTo>
                  <a:pt x="1154321" y="1729481"/>
                </a:lnTo>
                <a:lnTo>
                  <a:pt x="1200474" y="1751591"/>
                </a:lnTo>
                <a:lnTo>
                  <a:pt x="1247516" y="1773259"/>
                </a:lnTo>
                <a:lnTo>
                  <a:pt x="1295463" y="1794487"/>
                </a:lnTo>
                <a:lnTo>
                  <a:pt x="1344331" y="1815278"/>
                </a:lnTo>
                <a:lnTo>
                  <a:pt x="1394136" y="1835636"/>
                </a:lnTo>
                <a:lnTo>
                  <a:pt x="1444893" y="1855563"/>
                </a:lnTo>
                <a:lnTo>
                  <a:pt x="1496619" y="1875064"/>
                </a:lnTo>
                <a:lnTo>
                  <a:pt x="1549329" y="1894141"/>
                </a:lnTo>
                <a:lnTo>
                  <a:pt x="1603040" y="1912797"/>
                </a:lnTo>
                <a:lnTo>
                  <a:pt x="1657767" y="1931036"/>
                </a:lnTo>
                <a:lnTo>
                  <a:pt x="1713525" y="1948861"/>
                </a:lnTo>
                <a:lnTo>
                  <a:pt x="1770332" y="1966275"/>
                </a:lnTo>
                <a:lnTo>
                  <a:pt x="1828202" y="1983282"/>
                </a:lnTo>
                <a:lnTo>
                  <a:pt x="1800009" y="1935677"/>
                </a:lnTo>
                <a:lnTo>
                  <a:pt x="1772625" y="1888116"/>
                </a:lnTo>
                <a:lnTo>
                  <a:pt x="1746074" y="1840599"/>
                </a:lnTo>
                <a:lnTo>
                  <a:pt x="1720381" y="1793128"/>
                </a:lnTo>
                <a:lnTo>
                  <a:pt x="1695573" y="1745703"/>
                </a:lnTo>
                <a:lnTo>
                  <a:pt x="1671672" y="1698328"/>
                </a:lnTo>
                <a:lnTo>
                  <a:pt x="1648706" y="1651001"/>
                </a:lnTo>
                <a:lnTo>
                  <a:pt x="1626698" y="1603726"/>
                </a:lnTo>
                <a:lnTo>
                  <a:pt x="1605673" y="1556503"/>
                </a:lnTo>
                <a:lnTo>
                  <a:pt x="1585657" y="1509333"/>
                </a:lnTo>
                <a:lnTo>
                  <a:pt x="1566675" y="1462219"/>
                </a:lnTo>
                <a:lnTo>
                  <a:pt x="1548751" y="1415160"/>
                </a:lnTo>
                <a:lnTo>
                  <a:pt x="1531910" y="1368158"/>
                </a:lnTo>
                <a:lnTo>
                  <a:pt x="1516178" y="1321215"/>
                </a:lnTo>
                <a:lnTo>
                  <a:pt x="1501580" y="1274332"/>
                </a:lnTo>
                <a:lnTo>
                  <a:pt x="1488140" y="1227511"/>
                </a:lnTo>
                <a:lnTo>
                  <a:pt x="1475884" y="1180751"/>
                </a:lnTo>
                <a:lnTo>
                  <a:pt x="1464836" y="1134056"/>
                </a:lnTo>
                <a:lnTo>
                  <a:pt x="1455022" y="1087425"/>
                </a:lnTo>
                <a:lnTo>
                  <a:pt x="1446467" y="1040861"/>
                </a:lnTo>
                <a:lnTo>
                  <a:pt x="1439194" y="994365"/>
                </a:lnTo>
                <a:lnTo>
                  <a:pt x="1433231" y="947937"/>
                </a:lnTo>
                <a:lnTo>
                  <a:pt x="1428601" y="901579"/>
                </a:lnTo>
                <a:lnTo>
                  <a:pt x="1425329" y="855293"/>
                </a:lnTo>
                <a:lnTo>
                  <a:pt x="1423441" y="809080"/>
                </a:lnTo>
                <a:lnTo>
                  <a:pt x="1422961" y="762941"/>
                </a:lnTo>
                <a:lnTo>
                  <a:pt x="1423915" y="716877"/>
                </a:lnTo>
                <a:lnTo>
                  <a:pt x="1426327" y="670890"/>
                </a:lnTo>
                <a:lnTo>
                  <a:pt x="1430223" y="624980"/>
                </a:lnTo>
                <a:lnTo>
                  <a:pt x="1435627" y="579150"/>
                </a:lnTo>
                <a:lnTo>
                  <a:pt x="1442565" y="533400"/>
                </a:lnTo>
                <a:lnTo>
                  <a:pt x="1451061" y="487732"/>
                </a:lnTo>
                <a:lnTo>
                  <a:pt x="1461141" y="442147"/>
                </a:lnTo>
                <a:lnTo>
                  <a:pt x="1472829" y="396647"/>
                </a:lnTo>
                <a:lnTo>
                  <a:pt x="1486150" y="351232"/>
                </a:lnTo>
                <a:lnTo>
                  <a:pt x="1501130" y="305903"/>
                </a:lnTo>
                <a:lnTo>
                  <a:pt x="1517794" y="260663"/>
                </a:lnTo>
                <a:lnTo>
                  <a:pt x="1536166" y="215513"/>
                </a:lnTo>
                <a:lnTo>
                  <a:pt x="1482688" y="190649"/>
                </a:lnTo>
                <a:lnTo>
                  <a:pt x="1429712" y="167415"/>
                </a:lnTo>
                <a:lnTo>
                  <a:pt x="1377263" y="145789"/>
                </a:lnTo>
                <a:lnTo>
                  <a:pt x="1325370" y="125751"/>
                </a:lnTo>
                <a:lnTo>
                  <a:pt x="1274059" y="107280"/>
                </a:lnTo>
                <a:lnTo>
                  <a:pt x="1223356" y="90353"/>
                </a:lnTo>
                <a:lnTo>
                  <a:pt x="1173289" y="74949"/>
                </a:lnTo>
                <a:lnTo>
                  <a:pt x="1123885" y="61049"/>
                </a:lnTo>
                <a:lnTo>
                  <a:pt x="1075171" y="48629"/>
                </a:lnTo>
                <a:lnTo>
                  <a:pt x="1027172" y="37669"/>
                </a:lnTo>
                <a:lnTo>
                  <a:pt x="979918" y="28148"/>
                </a:lnTo>
                <a:lnTo>
                  <a:pt x="933433" y="20045"/>
                </a:lnTo>
                <a:lnTo>
                  <a:pt x="887746" y="13337"/>
                </a:lnTo>
                <a:lnTo>
                  <a:pt x="842882" y="8005"/>
                </a:lnTo>
                <a:lnTo>
                  <a:pt x="798870" y="4026"/>
                </a:lnTo>
                <a:lnTo>
                  <a:pt x="755736" y="1380"/>
                </a:lnTo>
                <a:lnTo>
                  <a:pt x="713506" y="45"/>
                </a:lnTo>
                <a:close/>
              </a:path>
            </a:pathLst>
          </a:custGeom>
          <a:solidFill>
            <a:srgbClr val="E4E6EB"/>
          </a:solidFill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50240" y="390144"/>
            <a:ext cx="11704320" cy="15605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50240" y="2243328"/>
            <a:ext cx="11704320" cy="64373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421632" y="9070848"/>
            <a:ext cx="4161536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50240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9363456" y="9070848"/>
            <a:ext cx="2991104" cy="487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/>
          <p:nvPr/>
        </p:nvSpPr>
        <p:spPr>
          <a:xfrm>
            <a:off x="7477760" y="0"/>
            <a:ext cx="5527040" cy="9753600"/>
          </a:xfrm>
          <a:prstGeom prst="rect">
            <a:avLst/>
          </a:prstGeom>
          <a:solidFill>
            <a:srgbClr val="D8E3F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990"/>
          </a:p>
        </p:txBody>
      </p:sp>
      <p:pic>
        <p:nvPicPr>
          <p:cNvPr id="9218" name="Picture 2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1867" y="4009813"/>
            <a:ext cx="6394027" cy="184234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pic>
        <p:nvPicPr>
          <p:cNvPr id="9220" name="Picture 4" descr="https://startinfinity.s3.us-east-2.amazonaws.com/production/blog/post/27/main/hxz0RhMzDeHogUZK0JNA82JabI3IstKUUbYB3dD8.pn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7761" y="3401761"/>
            <a:ext cx="5527040" cy="32090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7400" y="1066546"/>
            <a:ext cx="11054080" cy="492125"/>
          </a:xfrm>
        </p:spPr>
        <p:txBody>
          <a:bodyPr/>
          <a:p>
            <a:r>
              <a:rPr lang="en-US" sz="3200"/>
              <a:t>Group Member</a:t>
            </a:r>
            <a:endParaRPr lang="en-US" sz="32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val 9"/>
          <p:cNvSpPr/>
          <p:nvPr/>
        </p:nvSpPr>
        <p:spPr>
          <a:xfrm>
            <a:off x="5550872" y="1551936"/>
            <a:ext cx="1578877" cy="1551095"/>
          </a:xfrm>
          <a:prstGeom prst="ellipse">
            <a:avLst/>
          </a:prstGeom>
          <a:noFill/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75"/>
          </a:p>
        </p:txBody>
      </p:sp>
      <p:pic>
        <p:nvPicPr>
          <p:cNvPr id="10242" name="Picture 2" descr="3,327 BEST Professional Thank You IMAGES, STOCK PHOTOS &amp;amp; VECTORS | Adobe  Sto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768870"/>
            <a:ext cx="13004800" cy="50931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Title 3"/>
          <p:cNvSpPr>
            <a:spLocks noGrp="1"/>
          </p:cNvSpPr>
          <p:nvPr>
            <p:ph type="title"/>
          </p:nvPr>
        </p:nvSpPr>
        <p:spPr>
          <a:xfrm>
            <a:off x="4216400" y="3399369"/>
            <a:ext cx="6394027" cy="1018257"/>
          </a:xfrm>
        </p:spPr>
        <p:txBody>
          <a:bodyPr>
            <a:normAutofit/>
          </a:bodyPr>
          <a:lstStyle/>
          <a:p>
            <a:r>
              <a:rPr lang="en-US" sz="3980" dirty="0">
                <a:latin typeface="Bahnschrift Condensed" panose="020B0502040204020203" pitchFamily="34" charset="0"/>
              </a:rPr>
              <a:t>Let’s see our project video</a:t>
            </a:r>
            <a:endParaRPr lang="en-US" sz="3980" dirty="0">
              <a:latin typeface="Bahnschrift Condensed" panose="020B0502040204020203" pitchFamily="34" charset="0"/>
            </a:endParaRPr>
          </a:p>
        </p:txBody>
      </p:sp>
      <p:sp>
        <p:nvSpPr>
          <p:cNvPr id="8" name="Isosceles Triangle 7"/>
          <p:cNvSpPr/>
          <p:nvPr/>
        </p:nvSpPr>
        <p:spPr>
          <a:xfrm rot="5400000">
            <a:off x="5955031" y="1945218"/>
            <a:ext cx="969432" cy="775545"/>
          </a:xfrm>
          <a:prstGeom prst="triangle">
            <a:avLst/>
          </a:prstGeom>
          <a:solidFill>
            <a:srgbClr val="92D05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56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39</Words>
  <Application>WPS Presentation</Application>
  <PresentationFormat>Custom</PresentationFormat>
  <Paragraphs>4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2" baseType="lpstr">
      <vt:lpstr>Arial</vt:lpstr>
      <vt:lpstr>SimSun</vt:lpstr>
      <vt:lpstr>Wingdings</vt:lpstr>
      <vt:lpstr>Calibri Light</vt:lpstr>
      <vt:lpstr>Bahnschrift Condensed</vt:lpstr>
      <vt:lpstr>Calibri</vt:lpstr>
      <vt:lpstr>Microsoft YaHei</vt:lpstr>
      <vt:lpstr>Arial Unicode MS</vt:lpstr>
      <vt:lpstr>Office Theme</vt:lpstr>
      <vt:lpstr>PowerPoint 演示文稿</vt:lpstr>
      <vt:lpstr>PowerPoint 演示文稿</vt:lpstr>
      <vt:lpstr>Let’s see our project video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/>
  <cp:lastModifiedBy>sabikunaher eva</cp:lastModifiedBy>
  <cp:revision>66</cp:revision>
  <dcterms:created xsi:type="dcterms:W3CDTF">2021-11-29T07:02:00Z</dcterms:created>
  <dcterms:modified xsi:type="dcterms:W3CDTF">2022-01-24T16:05:29Z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LastSaved">
    <vt:filetime>2021-11-29T06:00:00Z</vt:filetime>
  </property>
  <property fmtid="{D5CDD505-2E9C-101B-9397-08002B2CF9AE}" pid="3" name="ICV">
    <vt:lpwstr>BBFC251A16C1403FB6DE0B13FCF1E58B</vt:lpwstr>
  </property>
  <property fmtid="{D5CDD505-2E9C-101B-9397-08002B2CF9AE}" pid="4" name="KSOProductBuildVer">
    <vt:lpwstr>1033-11.2.0.10463</vt:lpwstr>
  </property>
</Properties>
</file>